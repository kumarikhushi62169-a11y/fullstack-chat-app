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32F1-6277-40B0-B22D-A84F43F9D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2ECA4-90DE-A37D-4274-458812513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A60BB-95E4-E4E5-809B-65C2DB9E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77806-E96C-5DF1-C960-340F3939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95887-431A-F86E-5CC9-3660F16C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A370F-CD8F-5790-DA07-44A605283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3B3B7-626E-66FC-D0BE-0DF80CC6D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CF06-91EB-A578-51D0-B1820278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A04B0-0EB3-311F-D67C-EE60FF9B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E3DD3-9998-4C6A-2476-FA660CA2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9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F487-4FF0-19B8-A984-98660B59A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8A85D-EB94-1AE6-A5F6-4B63C7F85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B1C5-4960-9D56-B2D9-6E96ED15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0CE4B-6AC7-58DA-DBBC-1CC8448C7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85314-ABA6-1868-5499-AB231806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3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9CA3-9E87-9353-6F51-6DEEC4A7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65AA7-A0E0-F390-D391-9441F7FA5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5C9CA-2653-DB89-7118-64D6D6689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D260A-6E11-FB99-713C-B323E6F7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8EB1E-B734-8BE5-E767-7F3F3835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63463-B492-41EC-A587-9FE7398B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4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4E1C9-EE78-3050-B8C2-90C73344E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0EF22-8173-C1B1-75CA-50FD9FB01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902CF-E7E0-56F9-F829-147CAEBB7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797538-CAC2-2F94-A37D-D6CB94DA1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6240F8-2403-5D2C-2A91-4656116C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A92EF-AFE6-FAF9-91B3-982B12F6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4B8E1-FDFA-04ED-AE06-FD620AD6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0F56E-3F63-99D3-84D9-9BD79EEB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1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D91A-B05F-9B61-77CC-FD976696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400E9-F20D-8A99-BF0F-F9884E5A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EF97E-B79E-2CEB-E838-E86CF77E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738B4-807F-2FF4-E984-DC2AC569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496E3-58D1-7E9F-2FCB-A572CD39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8A8B8F-86E7-B2DF-BE4F-57CD722D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00E0E-0D80-BF22-6F68-220E23B8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9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6A879-BC4C-1856-FB9B-8AD35066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1251F-4D6F-EB43-3452-C37982172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CF983-4B85-01A8-9363-3DE3D315B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74BD0-30F9-7120-AFBC-B34DB5E9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E35A8-67DB-BB5F-AE98-179EFEC6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17BED-6D11-116D-B0F6-AA80C669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1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C0940-EBD5-92EC-BA32-CD473045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AE0AC-D6D8-73F3-6F9E-32AAAB3CB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F8FED-1E32-E815-99CF-6625994BA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64CAA-6ABB-BB92-3E69-35E972D1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8CAFD-BEAB-2121-C114-4EE276C26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165A4-6DD8-BBC4-898B-1FAD0BD1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4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1669-27FF-F98E-F72F-CA7536A63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EE233-1017-8A71-4F0C-D4C784964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2D2BD-C0D9-369A-FB2B-55708D48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E9134-A0D6-BF6F-4066-6A14D3FBB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ECFFF-3B4F-505F-5CB9-02286901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3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EEA4C-AEDE-C638-E5C0-46C3A3A4E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53E0C-A9E0-E4E9-E085-6FBE03514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CDA03-66B4-CD17-B6BA-F7E23912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9C422-1A21-7602-7243-7FD981E6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C4F24-185D-9672-E55B-880D6695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9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483CB4-B3AC-A241-CB86-8A5117D29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442DC-6C7B-EA8A-11CC-26A23CF34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B9717-8C36-724B-357E-9CC2905A3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D72B9-ED8E-46FC-AB9C-D0D54175E5A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C34C7-B996-8699-C0EA-4CC6AD3EC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23683-92FE-D613-3AA9-4B7B8B116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EC7C3-F5C0-464C-B39E-6659F612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0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BEC6-6848-BDC9-E201-80B85CB9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My self</a:t>
            </a:r>
            <a:br>
              <a:rPr lang="en-US" dirty="0"/>
            </a:br>
            <a:r>
              <a:rPr lang="en-US" dirty="0" err="1"/>
              <a:t>akash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5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D5C9-5F4D-2CA2-C840-08B573E9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Name</a:t>
            </a:r>
            <a:br>
              <a:rPr lang="en-US" dirty="0"/>
            </a:br>
            <a:r>
              <a:rPr lang="en-US" dirty="0" err="1"/>
              <a:t>akash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24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55B0-4A89-E773-A699-B48AB215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Father’s name</a:t>
            </a:r>
            <a:br>
              <a:rPr lang="en-US" dirty="0"/>
            </a:br>
            <a:r>
              <a:rPr lang="en-US" dirty="0" err="1"/>
              <a:t>mr.</a:t>
            </a:r>
            <a:r>
              <a:rPr lang="en-US" dirty="0"/>
              <a:t> </a:t>
            </a:r>
            <a:r>
              <a:rPr lang="en-US" dirty="0" err="1"/>
              <a:t>sanjay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28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30C27-6DBD-5EDC-FBD4-4BA33CE1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Qulification</a:t>
            </a:r>
            <a:br>
              <a:rPr lang="en-US" dirty="0"/>
            </a:br>
            <a:r>
              <a:rPr lang="en-US" dirty="0"/>
              <a:t>BCA COURSE,PATHON</a:t>
            </a:r>
          </a:p>
        </p:txBody>
      </p:sp>
    </p:spTree>
    <p:extLst>
      <p:ext uri="{BB962C8B-B14F-4D97-AF65-F5344CB8AC3E}">
        <p14:creationId xmlns:p14="http://schemas.microsoft.com/office/powerpoint/2010/main" val="124451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72CC-4E9D-E54E-3E41-5AF854A5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Religion</a:t>
            </a:r>
            <a:br>
              <a:rPr lang="en-US" dirty="0"/>
            </a:br>
            <a:r>
              <a:rPr lang="en-US" dirty="0"/>
              <a:t>Hindu</a:t>
            </a:r>
          </a:p>
        </p:txBody>
      </p:sp>
    </p:spTree>
    <p:extLst>
      <p:ext uri="{BB962C8B-B14F-4D97-AF65-F5344CB8AC3E}">
        <p14:creationId xmlns:p14="http://schemas.microsoft.com/office/powerpoint/2010/main" val="4256866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1567-58D7-1349-0AE3-8D015E5F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Interest</a:t>
            </a:r>
            <a:br>
              <a:rPr lang="en-US" dirty="0"/>
            </a:br>
            <a:r>
              <a:rPr lang="en-US"/>
              <a:t>playing match,</a:t>
            </a:r>
          </a:p>
        </p:txBody>
      </p:sp>
    </p:spTree>
    <p:extLst>
      <p:ext uri="{BB962C8B-B14F-4D97-AF65-F5344CB8AC3E}">
        <p14:creationId xmlns:p14="http://schemas.microsoft.com/office/powerpoint/2010/main" val="153395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4388-8747-B381-C948-27DB7817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51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1B4D-F1E2-DCED-AC81-79AE23C7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51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C924-435E-9CFA-20AD-7BDFDFDB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42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A7FD-C659-00AF-C3E1-1ECED65C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87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38E4-0170-4275-425E-987DD365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2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</Words>
  <Application>Microsoft Office PowerPoint</Application>
  <PresentationFormat>Widescreen</PresentationFormat>
  <Paragraphs>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My self akash</vt:lpstr>
      <vt:lpstr>Name akash</vt:lpstr>
      <vt:lpstr>Father’s name mr. sanjay</vt:lpstr>
      <vt:lpstr>Qulification BCA COURSE,PATHON</vt:lpstr>
      <vt:lpstr>Religion Hindu</vt:lpstr>
      <vt:lpstr>Interest playing match,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</cp:revision>
  <dcterms:created xsi:type="dcterms:W3CDTF">2025-12-27T10:19:11Z</dcterms:created>
  <dcterms:modified xsi:type="dcterms:W3CDTF">2025-12-29T09:03:24Z</dcterms:modified>
</cp:coreProperties>
</file>